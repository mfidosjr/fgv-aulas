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 dor é a ruptura invisível. Hoje só sabemos quando a prateleira foi reposta, nunca quando ela esvaziou — então não conseguimos nem medir o tamanho do problema. A ilustração à direita mostra o caso que queremos detectar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a arquitetura é deliberadamente conservadora. Começamos pelo baseline transparente e só trocamos pela rede neural mediante prova. O processamento na borda resolve latência, custo de banda e LGPD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pelo guarda-corpo: 15% de alarme falso não é detalhe técnico, é a condição de adoção. Um alerta em que o repositor não confia mata o projeto mesmo com acurácia alta. Reforçar que todos os números são metas de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Prateleira Vazia Que Ninguém Vê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007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de ruptura não detectada é venda que vai embora para o concorrente.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84048" cy="384048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23042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Atual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6060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reposição depende de um repositor percorrendo os corredores algumas vezes ao dia. Entre uma passagem e outra, o produto fica horas fora da gôndola — e ninguém sabe por quanto tempo, porque só registramos a reposição, nunca o início da falta.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5844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 Atual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8862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do ERP diz que o produto existe na loja, não que ele está na prateleira. A varredura visual não escala com o número de SKUs e consome horas de mão de obra em tarefa repetitiva.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864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com Inteligência Artificial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1663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câmeras já apontadas para a gôndola passam a responder sozinhas, a cada 15 minutos: “esta seção precisa de reposição?”. Inspeção esporádica vira vigilância contínua, sem uma pessoa a mais.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17505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924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96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0" name="Shape 18"/>
          <p:cNvSpPr/>
          <p:nvPr/>
        </p:nvSpPr>
        <p:spPr>
          <a:xfrm>
            <a:off x="94640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1" name="Shape 19"/>
          <p:cNvSpPr/>
          <p:nvPr/>
        </p:nvSpPr>
        <p:spPr>
          <a:xfrm>
            <a:off x="99212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784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35640" y="17830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2377440"/>
            <a:ext cx="3291840" cy="54864"/>
          </a:xfrm>
          <a:prstGeom prst="rect">
            <a:avLst/>
          </a:prstGeom>
          <a:solidFill>
            <a:srgbClr val="4E9F8E">
              <a:alpha val="5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288036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6" name="Shape 24"/>
          <p:cNvSpPr/>
          <p:nvPr/>
        </p:nvSpPr>
        <p:spPr>
          <a:xfrm>
            <a:off x="8549640" y="288036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78440" y="288036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35640" y="288036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29" name="Shape 27"/>
          <p:cNvSpPr/>
          <p:nvPr/>
        </p:nvSpPr>
        <p:spPr>
          <a:xfrm>
            <a:off x="9006840" y="2880360"/>
            <a:ext cx="1298448" cy="566928"/>
          </a:xfrm>
          <a:prstGeom prst="roundRect">
            <a:avLst>
              <a:gd name="adj" fmla="val 6452"/>
            </a:avLst>
          </a:prstGeom>
          <a:solidFill>
            <a:srgbClr val="17505E"/>
          </a:solidFill>
          <a:ln w="19050">
            <a:solidFill>
              <a:srgbClr val="E8642C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9006840" y="28803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291840" cy="54864"/>
          </a:xfrm>
          <a:prstGeom prst="rect">
            <a:avLst/>
          </a:prstGeom>
          <a:solidFill>
            <a:srgbClr val="4E9F8E">
              <a:alpha val="5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924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3" name="Shape 31"/>
          <p:cNvSpPr/>
          <p:nvPr/>
        </p:nvSpPr>
        <p:spPr>
          <a:xfrm>
            <a:off x="85496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4" name="Shape 32"/>
          <p:cNvSpPr/>
          <p:nvPr/>
        </p:nvSpPr>
        <p:spPr>
          <a:xfrm>
            <a:off x="90068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5" name="Shape 33"/>
          <p:cNvSpPr/>
          <p:nvPr/>
        </p:nvSpPr>
        <p:spPr>
          <a:xfrm>
            <a:off x="94640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6" name="Shape 34"/>
          <p:cNvSpPr/>
          <p:nvPr/>
        </p:nvSpPr>
        <p:spPr>
          <a:xfrm>
            <a:off x="99212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784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35640" y="397764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4E9F8E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572000"/>
            <a:ext cx="3291840" cy="54864"/>
          </a:xfrm>
          <a:prstGeom prst="rect">
            <a:avLst/>
          </a:prstGeom>
          <a:solidFill>
            <a:srgbClr val="4E9F8E">
              <a:alpha val="55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46720" y="4956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 por seção, a cada 15 minutos — cheia ou precisa de reposição.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Solução Funciona por Dentro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câmera nova nem de sistema paralelo — usamos o que já está instalado na loja.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75688"/>
            <a:ext cx="420624" cy="420624"/>
          </a:xfrm>
          <a:prstGeom prst="ellipse">
            <a:avLst/>
          </a:prstGeom>
          <a:solidFill>
            <a:srgbClr val="0F3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057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Dados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68296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das câmeras de gôndola que a loja já possui, cruzadas com o planograma, o saldo do ERP e o histórico de vendas do PDV. Os repositores rotulam a amostra inicial e o uso diário alimenta o modelo com exemplos novos.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Inteligente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739896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uma regra visual simples e a comparamos com uma rede neural que aprende textura e forma da gôndola. Só promovemos o modelo complexo quando ele vence a regra simples de forma consistente — por resultado medido, não por moda.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18888"/>
            <a:ext cx="420624" cy="420624"/>
          </a:xfrm>
          <a:prstGeom prst="ellipse">
            <a:avLst/>
          </a:prstGeom>
          <a:solidFill>
            <a:srgbClr val="0F3B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800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Fluida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5111496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alerta chega no aplicativo que o repositor já usa, com foto, corredor e seção. Sem tela nova, sem login novo. O processamento roda dentro da loja, então a imagem não trafega para fora.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2057400"/>
            <a:ext cx="43891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F3B47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5236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PIXEL AO REPOSITOR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27432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ED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2743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da gôndola captura a seção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9281160" y="3364992"/>
            <a:ext cx="182880" cy="146304"/>
          </a:xfrm>
          <a:prstGeom prst="triangle">
            <a:avLst/>
          </a:prstGeom>
          <a:solidFill>
            <a:srgbClr val="4E9F8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3520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ED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3520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pelo planograma e normalização de luz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9281160" y="4142232"/>
            <a:ext cx="182880" cy="146304"/>
          </a:xfrm>
          <a:prstGeom prst="triangle">
            <a:avLst/>
          </a:prstGeom>
          <a:solidFill>
            <a:srgbClr val="4E9F8E"/>
          </a:solidFill>
          <a:ln/>
        </p:spPr>
      </p:sp>
      <p:sp>
        <p:nvSpPr>
          <p:cNvPr id="24" name="Shape 22"/>
          <p:cNvSpPr/>
          <p:nvPr/>
        </p:nvSpPr>
        <p:spPr>
          <a:xfrm>
            <a:off x="7452360" y="42976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ED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42976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Classificação: cheia ou precisa reposição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9281160" y="4919472"/>
            <a:ext cx="182880" cy="146304"/>
          </a:xfrm>
          <a:prstGeom prst="triangle">
            <a:avLst/>
          </a:prstGeom>
          <a:solidFill>
            <a:srgbClr val="4E9F8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2360" y="50749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0F3B4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50749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no app do repositor, com foto e corredor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 e Caminho até a Entrega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61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claras, validação sem risco operacional e MVP em quatro meses.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7505E"/>
          </a:solidFill>
          <a:ln w="12700">
            <a:solidFill>
              <a:srgbClr val="1750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 médio de ruptura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primária de piloto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7505E"/>
          </a:solidFill>
          <a:ln w="12700">
            <a:solidFill>
              <a:srgbClr val="1750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horas de varredura manual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secundária de piloto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0F3B47"/>
          </a:solidFill>
          <a:ln w="15875">
            <a:solidFill>
              <a:srgbClr val="E864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alarme falso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guarda-corpo de adoção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Segura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4306824"/>
            <a:ext cx="100584" cy="100584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2245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— o modelo observa e registra, sem alertar ninguém.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873752"/>
            <a:ext cx="100584" cy="100584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79145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em 3 a 5 lojas, medindo o tempo real de ruptura.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440680"/>
            <a:ext cx="100584" cy="100584"/>
          </a:xfrm>
          <a:prstGeom prst="ellipse">
            <a:avLst/>
          </a:prstGeom>
          <a:solidFill>
            <a:srgbClr val="E864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53583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por região, com a regra simples como modo degradado.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206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2062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as câmeras e rotular a base inicial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681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6817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 modelos: multi-seed e por loja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51572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515721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e calibração do limiar de alerta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56327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563270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assistido e decisão de escala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362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piloto, a confirmar com dados reais. Os números do notebook de referência vêm de imagens sintéticas e não representam desempenho em produção.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Automática de Prateleira Vazia</dc:title>
  <dc:subject>PptxGenJS Presentation</dc:subject>
  <dc:creator>MBA IA - FGV</dc:creator>
  <cp:lastModifiedBy>MBA IA - FGV</cp:lastModifiedBy>
  <cp:revision>1</cp:revision>
  <dcterms:created xsi:type="dcterms:W3CDTF">2026-08-26T17:55:18Z</dcterms:created>
  <dcterms:modified xsi:type="dcterms:W3CDTF">2026-08-26T17:55:18Z</dcterms:modified>
</cp:coreProperties>
</file>