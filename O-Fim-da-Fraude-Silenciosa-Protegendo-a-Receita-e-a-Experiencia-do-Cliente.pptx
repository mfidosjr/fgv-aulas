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Epilogue"/>
      <p:regular r:id="rId201314"/>
    </p:embeddedFont>
    <p:embeddedFont>
      <p:font typeface="Epilogue Medium"/>
      <p:regular r:id="rId201315"/>
    </p:embeddedFont>
    <p:embeddedFont>
      <p:font typeface="Epilogue Bold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2.png"/><Relationship Id="rId5" Type="http://schemas.openxmlformats.org/officeDocument/2006/relationships/image" Target="../media/image-1-3.svg"/><Relationship Id="rId6" Type="http://schemas.openxmlformats.org/officeDocument/2006/relationships/image" Target="../media/image-1-2.png"/><Relationship Id="rId7" Type="http://schemas.openxmlformats.org/officeDocument/2006/relationships/image" Target="../media/image-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52" y="103981"/>
            <a:ext cx="4433181" cy="6649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2832"/>
            <a:ext cx="6296860" cy="1301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 Fim da Fraude Silenciosa — Protegendo a Receita e a Experiência do Cliente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233360" y="2047081"/>
            <a:ext cx="629686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Como a Inteligência Artificial Transforma a Prevenção de Perdas Financeiras em uma Vantagem Competitiva.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546846"/>
            <a:ext cx="6296860" cy="11714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7412" y="2704703"/>
            <a:ext cx="59049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 Desafio Atual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67412" y="2982714"/>
            <a:ext cx="59049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Instituições financeiras perdem milhões de reais anualmente com fraudes transacionais, enquanto arcam com altos custos operacionais de suporte ao cliente ao tentar bloquear transações de forma manual.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820220"/>
            <a:ext cx="6296860" cy="11714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7412" y="3978077"/>
            <a:ext cx="59049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 Limitação Atual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67412" y="4256088"/>
            <a:ext cx="59049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Regras estáticas e modelos lineares tradicionais não acompanham a sofisticação dos fraudadores, gerando alto índice de Falsos Positivos e atrito com clientes legítimos.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93593"/>
            <a:ext cx="6296860" cy="11714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67412" y="5251450"/>
            <a:ext cx="59049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 Visão com IA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467412" y="5529461"/>
            <a:ext cx="5904955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Redes Neurais (MLP) adaptadas para dados desbalanceados, capazes de identificar padrões não-lineares complexos em milissegundos, reduzindo perdas e eliminando atritos.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995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Por Dentro da Solução — Como Nossa Rede Neural Identifica Padrões Ocultos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743373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Tecnologia de Ponta Aplicada à Análise Comportamental em Tempo Real sem Complicação.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4828"/>
            <a:ext cx="3560475" cy="356056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40" y="2246610"/>
            <a:ext cx="6933530" cy="11550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10798" y="268009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360953" y="2419152"/>
            <a:ext cx="600298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Nossos Dados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360953" y="2783780"/>
            <a:ext cx="600298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Atributos transacionais nativos: valor, horário, frequência em 24h, geolocalização e novos dispositivos.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2940" y="3526334"/>
            <a:ext cx="6933530" cy="13776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10798" y="4071144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360953" y="3698875"/>
            <a:ext cx="600298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 Abordagem Inteligente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360953" y="4063504"/>
            <a:ext cx="6002981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Treinamento especializado com Oversampling da classe minoritária, permitindo que a Rede Neural aprenda combinações complexas mantendo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0% de colapso do modelo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2940" y="5028704"/>
            <a:ext cx="6933530" cy="11550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10798" y="5462191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360953" y="5201245"/>
            <a:ext cx="600298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Integração Fluida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360953" y="5565874"/>
            <a:ext cx="600298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Microsserviço de inferência contínua via API REST com latência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&lt; 30ms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scoreando transações em tempo real sem fricção.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097"/>
            <a:ext cx="10868745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Impacto de Negócio e Roadmap de Entrega — Rumo a uma Operação Escalável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407120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Retorno Financeiro Quantificável, Validação Robusta e Implantação Segura.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702792"/>
            <a:ext cx="5388237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+23.5%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2207022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F1-Score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435820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Ganho sobre o baseline, equilibrando precisão e recall na detecção de fraudes.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41983" y="1702792"/>
            <a:ext cx="5388237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+43%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141983" y="2207022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Precisão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41983" y="2435820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Redução drástica de Falsos Positivos, eliminando atrito com clientes legítimos.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1475" y="2796084"/>
            <a:ext cx="5388237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&gt;51%</a:t>
            </a:r>
            <a:endParaRPr lang="en-US" sz="3050" dirty="0"/>
          </a:p>
        </p:txBody>
      </p:sp>
      <p:sp>
        <p:nvSpPr>
          <p:cNvPr id="11" name="Text 9"/>
          <p:cNvSpPr/>
          <p:nvPr/>
        </p:nvSpPr>
        <p:spPr>
          <a:xfrm>
            <a:off x="661475" y="3300313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Recall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1475" y="3529112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Captura constante de fraudes reais, otimizando a matriz de custos operacionais.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41983" y="2796084"/>
            <a:ext cx="5388237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&lt;30ms</a:t>
            </a:r>
            <a:endParaRPr lang="en-US" sz="3050" dirty="0"/>
          </a:p>
        </p:txBody>
      </p:sp>
      <p:sp>
        <p:nvSpPr>
          <p:cNvPr id="14" name="Text 12"/>
          <p:cNvSpPr/>
          <p:nvPr/>
        </p:nvSpPr>
        <p:spPr>
          <a:xfrm>
            <a:off x="6141983" y="3300313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Latência 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41983" y="3529112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Inferência em tempo real sem fricção para o cliente final.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1475" y="3839567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Validação Segura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1475" y="4097933"/>
            <a:ext cx="529031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Validação empírica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multi-seed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(seeds 42, 7 e 123) comprovando estabilidade estatística do modelo, seguida de fase piloto em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Shadow Mode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em produção antes do rollout oficial.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6259" y="3848795"/>
            <a:ext cx="590634" cy="8016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10711" y="3966865"/>
            <a:ext cx="462585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1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10711" y="4225230"/>
            <a:ext cx="462585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Semanas 1–2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Homologação API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259" y="4650482"/>
            <a:ext cx="590634" cy="8016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10711" y="4768552"/>
            <a:ext cx="462585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2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910711" y="5026918"/>
            <a:ext cx="462585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Semanas 3–4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Pilot Shadow Mode e ajuste de limiar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59" y="5452170"/>
            <a:ext cx="590634" cy="8016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10711" y="5570240"/>
            <a:ext cx="462585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3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910711" y="5828605"/>
            <a:ext cx="462585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Mês 2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Rollout oficial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2026-08-21T00:43:32Z</dcterms:created>
  <dcterms:modified xsi:type="dcterms:W3CDTF">2026-08-21T00:43:32Z</dcterms:modified>
</cp:coreProperties>
</file>